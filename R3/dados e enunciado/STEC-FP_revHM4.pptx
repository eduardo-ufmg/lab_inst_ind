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559675" cy="12192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 autoAdjust="0"/>
    <p:restoredTop sz="94660"/>
  </p:normalViewPr>
  <p:slideViewPr>
    <p:cSldViewPr snapToGrid="0">
      <p:cViewPr>
        <p:scale>
          <a:sx n="50" d="100"/>
          <a:sy n="50" d="100"/>
        </p:scale>
        <p:origin x="382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995312"/>
            <a:ext cx="6425724" cy="4244622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6403623"/>
            <a:ext cx="5669756" cy="2943577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3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4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3039537"/>
            <a:ext cx="6520220" cy="5071532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8159048"/>
            <a:ext cx="6520220" cy="2666999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5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3245556"/>
            <a:ext cx="3212862" cy="773571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3245556"/>
            <a:ext cx="3212862" cy="773571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41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649114"/>
            <a:ext cx="6520220" cy="2356556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988734"/>
            <a:ext cx="3198096" cy="146473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4453467"/>
            <a:ext cx="3198096" cy="6550379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988734"/>
            <a:ext cx="3213847" cy="146473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4453467"/>
            <a:ext cx="3213847" cy="6550379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78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45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25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812800"/>
            <a:ext cx="2438192" cy="28448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755425"/>
            <a:ext cx="3827085" cy="8664222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657600"/>
            <a:ext cx="2438192" cy="6776156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97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812800"/>
            <a:ext cx="2438192" cy="28448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755425"/>
            <a:ext cx="3827085" cy="8664222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657600"/>
            <a:ext cx="2438192" cy="6776156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58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2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649111"/>
            <a:ext cx="1630055" cy="1033215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649111"/>
            <a:ext cx="4795669" cy="1033215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67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649114"/>
            <a:ext cx="652022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3245556"/>
            <a:ext cx="652022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11300181"/>
            <a:ext cx="1700927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C2DC2-050A-4239-8852-9792DFE3029E}" type="datetimeFigureOut">
              <a:rPr lang="pt-BR" smtClean="0"/>
              <a:t>12/08/2021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11300181"/>
            <a:ext cx="255139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11300181"/>
            <a:ext cx="1700927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C3626-A350-4AF5-AA32-CF45C36644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67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/>
          <p:cNvGrpSpPr/>
          <p:nvPr/>
        </p:nvGrpSpPr>
        <p:grpSpPr>
          <a:xfrm>
            <a:off x="114722" y="105646"/>
            <a:ext cx="7305409" cy="11664706"/>
            <a:chOff x="114722" y="105646"/>
            <a:chExt cx="7305409" cy="11664706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22" y="105646"/>
              <a:ext cx="7305409" cy="11664706"/>
            </a:xfrm>
            <a:prstGeom prst="rect">
              <a:avLst/>
            </a:prstGeom>
          </p:spPr>
        </p:pic>
        <p:pic>
          <p:nvPicPr>
            <p:cNvPr id="15" name="Imagem 14"/>
            <p:cNvPicPr>
              <a:picLocks noChangeAspect="1"/>
            </p:cNvPicPr>
            <p:nvPr/>
          </p:nvPicPr>
          <p:blipFill rotWithShape="1">
            <a:blip r:embed="rId3"/>
            <a:srcRect t="21726" r="19265"/>
            <a:stretch/>
          </p:blipFill>
          <p:spPr>
            <a:xfrm>
              <a:off x="535151" y="898525"/>
              <a:ext cx="436400" cy="473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77443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Hugo Michel</dc:creator>
  <cp:lastModifiedBy>Hugo Michel</cp:lastModifiedBy>
  <cp:revision>8</cp:revision>
  <dcterms:created xsi:type="dcterms:W3CDTF">2016-06-19T16:23:05Z</dcterms:created>
  <dcterms:modified xsi:type="dcterms:W3CDTF">2021-08-12T17:17:13Z</dcterms:modified>
</cp:coreProperties>
</file>